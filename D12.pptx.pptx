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Poppins" charset="1" panose="00000500000000000000"/>
      <p:regular r:id="rId14"/>
    </p:embeddedFont>
    <p:embeddedFont>
      <p:font typeface="Poppins Semi-Bold" charset="1" panose="00000700000000000000"/>
      <p:regular r:id="rId15"/>
    </p:embeddedFont>
    <p:embeddedFont>
      <p:font typeface="Poppins Ultra-Bold" charset="1" panose="000009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2419" y="2360202"/>
            <a:ext cx="15383162" cy="230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77"/>
              </a:lnSpc>
            </a:pPr>
            <a:r>
              <a:rPr lang="en-US" b="true" sz="14351" spc="-50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SISTEM KASIR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-990796" y="9258300"/>
            <a:ext cx="19278796" cy="1987207"/>
            <a:chOff x="0" y="0"/>
            <a:chExt cx="5077543" cy="5233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77543" cy="523380"/>
            </a:xfrm>
            <a:custGeom>
              <a:avLst/>
              <a:gdLst/>
              <a:ahLst/>
              <a:cxnLst/>
              <a:rect r="r" b="b" t="t" l="l"/>
              <a:pathLst>
                <a:path h="523380" w="5077543">
                  <a:moveTo>
                    <a:pt x="40158" y="0"/>
                  </a:moveTo>
                  <a:lnTo>
                    <a:pt x="5037385" y="0"/>
                  </a:lnTo>
                  <a:cubicBezTo>
                    <a:pt x="5059564" y="0"/>
                    <a:pt x="5077543" y="17979"/>
                    <a:pt x="5077543" y="40158"/>
                  </a:cubicBezTo>
                  <a:lnTo>
                    <a:pt x="5077543" y="483222"/>
                  </a:lnTo>
                  <a:cubicBezTo>
                    <a:pt x="5077543" y="505400"/>
                    <a:pt x="5059564" y="523380"/>
                    <a:pt x="5037385" y="523380"/>
                  </a:cubicBezTo>
                  <a:lnTo>
                    <a:pt x="40158" y="523380"/>
                  </a:lnTo>
                  <a:cubicBezTo>
                    <a:pt x="17979" y="523380"/>
                    <a:pt x="0" y="505400"/>
                    <a:pt x="0" y="483222"/>
                  </a:cubicBezTo>
                  <a:lnTo>
                    <a:pt x="0" y="40158"/>
                  </a:lnTo>
                  <a:cubicBezTo>
                    <a:pt x="0" y="17979"/>
                    <a:pt x="17979" y="0"/>
                    <a:pt x="4015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077543" cy="580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974949" y="3018769"/>
            <a:ext cx="3721264" cy="1867398"/>
          </a:xfrm>
          <a:custGeom>
            <a:avLst/>
            <a:gdLst/>
            <a:ahLst/>
            <a:cxnLst/>
            <a:rect r="r" b="b" t="t" l="l"/>
            <a:pathLst>
              <a:path h="1867398" w="3721264">
                <a:moveTo>
                  <a:pt x="0" y="0"/>
                </a:moveTo>
                <a:lnTo>
                  <a:pt x="3721264" y="0"/>
                </a:lnTo>
                <a:lnTo>
                  <a:pt x="3721264" y="1867398"/>
                </a:lnTo>
                <a:lnTo>
                  <a:pt x="0" y="1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251282" y="6167431"/>
            <a:ext cx="6051521" cy="3828962"/>
          </a:xfrm>
          <a:custGeom>
            <a:avLst/>
            <a:gdLst/>
            <a:ahLst/>
            <a:cxnLst/>
            <a:rect r="r" b="b" t="t" l="l"/>
            <a:pathLst>
              <a:path h="3828962" w="6051521">
                <a:moveTo>
                  <a:pt x="0" y="0"/>
                </a:moveTo>
                <a:lnTo>
                  <a:pt x="6051520" y="0"/>
                </a:lnTo>
                <a:lnTo>
                  <a:pt x="6051520" y="3828962"/>
                </a:lnTo>
                <a:lnTo>
                  <a:pt x="0" y="38289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43534" y="5550227"/>
            <a:ext cx="10400931" cy="159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250" spc="8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NAMA ANGGOTA:</a:t>
            </a:r>
          </a:p>
          <a:p>
            <a:pPr algn="ctr">
              <a:lnSpc>
                <a:spcPts val="3150"/>
              </a:lnSpc>
            </a:pPr>
            <a:r>
              <a:rPr lang="en-US" sz="2250" spc="8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ZAHRA RIDHALILAH J (186)</a:t>
            </a:r>
          </a:p>
          <a:p>
            <a:pPr algn="ctr">
              <a:lnSpc>
                <a:spcPts val="3150"/>
              </a:lnSpc>
            </a:pPr>
            <a:r>
              <a:rPr lang="en-US" sz="2250" spc="8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RONIMAR          (187)</a:t>
            </a:r>
          </a:p>
          <a:p>
            <a:pPr algn="ctr">
              <a:lnSpc>
                <a:spcPts val="3150"/>
              </a:lnSpc>
            </a:pPr>
            <a:r>
              <a:rPr lang="en-US" sz="2250" spc="8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RITA AKIRAH SYHFITRI (194)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137786" y="1507629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067381" y="6384559"/>
            <a:ext cx="2509990" cy="2468918"/>
          </a:xfrm>
          <a:custGeom>
            <a:avLst/>
            <a:gdLst/>
            <a:ahLst/>
            <a:cxnLst/>
            <a:rect r="r" b="b" t="t" l="l"/>
            <a:pathLst>
              <a:path h="2468918" w="2509990">
                <a:moveTo>
                  <a:pt x="0" y="0"/>
                </a:moveTo>
                <a:lnTo>
                  <a:pt x="2509990" y="0"/>
                </a:lnTo>
                <a:lnTo>
                  <a:pt x="2509990" y="2468918"/>
                </a:lnTo>
                <a:lnTo>
                  <a:pt x="0" y="24689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5544" y="1463965"/>
            <a:ext cx="4137463" cy="7359070"/>
          </a:xfrm>
          <a:custGeom>
            <a:avLst/>
            <a:gdLst/>
            <a:ahLst/>
            <a:cxnLst/>
            <a:rect r="r" b="b" t="t" l="l"/>
            <a:pathLst>
              <a:path h="7359070" w="4137463">
                <a:moveTo>
                  <a:pt x="0" y="0"/>
                </a:moveTo>
                <a:lnTo>
                  <a:pt x="4137464" y="0"/>
                </a:lnTo>
                <a:lnTo>
                  <a:pt x="4137464" y="7359070"/>
                </a:lnTo>
                <a:lnTo>
                  <a:pt x="0" y="73590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38861" y="1649015"/>
            <a:ext cx="10583515" cy="743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CLASS TRANSAKSI</a:t>
            </a: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idTransaksi</a:t>
            </a: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tanggal</a:t>
            </a: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totalBayar</a:t>
            </a: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metodePembayaran</a:t>
            </a: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uangDiterima</a:t>
            </a: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kembalian</a:t>
            </a: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statusTransaksi</a:t>
            </a:r>
          </a:p>
          <a:p>
            <a:pPr algn="ctr">
              <a:lnSpc>
                <a:spcPts val="2264"/>
              </a:lnSpc>
            </a:pP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Class Keranjang Produk</a:t>
            </a: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namaProduk</a:t>
            </a: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harga</a:t>
            </a: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jumlah</a:t>
            </a: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subtotal</a:t>
            </a:r>
          </a:p>
          <a:p>
            <a:pPr algn="ctr">
              <a:lnSpc>
                <a:spcPts val="2264"/>
              </a:lnSpc>
            </a:pP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Class Diskon</a:t>
            </a: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namaPromo</a:t>
            </a: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presentaseDiskon</a:t>
            </a: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minPembelian</a:t>
            </a: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statusAktif</a:t>
            </a:r>
          </a:p>
          <a:p>
            <a:pPr algn="ctr">
              <a:lnSpc>
                <a:spcPts val="2264"/>
              </a:lnSpc>
            </a:pP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Class Kasir</a:t>
            </a: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idKasir</a:t>
            </a: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nama</a:t>
            </a:r>
          </a:p>
          <a:p>
            <a:pPr algn="ctr">
              <a:lnSpc>
                <a:spcPts val="2264"/>
              </a:lnSpc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username</a:t>
            </a:r>
          </a:p>
          <a:p>
            <a:pPr algn="ctr">
              <a:lnSpc>
                <a:spcPts val="2264"/>
              </a:lnSpc>
              <a:spcBef>
                <a:spcPct val="0"/>
              </a:spcBef>
            </a:pPr>
            <a:r>
              <a:rPr lang="en-US" sz="1617" spc="2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shift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8004403"/>
            <a:ext cx="3086100" cy="85331"/>
            <a:chOff x="0" y="0"/>
            <a:chExt cx="812800" cy="224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22474"/>
            </a:xfrm>
            <a:custGeom>
              <a:avLst/>
              <a:gdLst/>
              <a:ahLst/>
              <a:cxnLst/>
              <a:rect r="r" b="b" t="t" l="l"/>
              <a:pathLst>
                <a:path h="2247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474"/>
                  </a:lnTo>
                  <a:lnTo>
                    <a:pt x="0" y="224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812800" cy="79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64001" y="1407757"/>
            <a:ext cx="11559999" cy="114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9"/>
              </a:lnSpc>
            </a:pPr>
            <a:r>
              <a:rPr lang="en-US" b="true" sz="7151" spc="-250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fitur sistem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47254" y="2748982"/>
            <a:ext cx="5193491" cy="473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</a:p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 Perhitungan otomatis total belanja</a:t>
            </a:r>
          </a:p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Sistem diskon otomatis berdasarkan promo</a:t>
            </a:r>
          </a:p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Pencatatan transaksi realtime</a:t>
            </a:r>
          </a:p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Pengelolaan keranjang belanja</a:t>
            </a:r>
          </a:p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Generate struk transaksi</a:t>
            </a:r>
          </a:p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Perhitungan kembalian otomatis</a:t>
            </a:r>
          </a:p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Sistem poin member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764932" y="7993981"/>
            <a:ext cx="2439566" cy="95753"/>
            <a:chOff x="0" y="0"/>
            <a:chExt cx="642519" cy="252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2519" cy="25219"/>
            </a:xfrm>
            <a:custGeom>
              <a:avLst/>
              <a:gdLst/>
              <a:ahLst/>
              <a:cxnLst/>
              <a:rect r="r" b="b" t="t" l="l"/>
              <a:pathLst>
                <a:path h="25219" w="642519">
                  <a:moveTo>
                    <a:pt x="0" y="0"/>
                  </a:moveTo>
                  <a:lnTo>
                    <a:pt x="642519" y="0"/>
                  </a:lnTo>
                  <a:lnTo>
                    <a:pt x="642519" y="25219"/>
                  </a:lnTo>
                  <a:lnTo>
                    <a:pt x="0" y="25219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42519" cy="8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47254" y="8004403"/>
            <a:ext cx="3086100" cy="85331"/>
            <a:chOff x="0" y="0"/>
            <a:chExt cx="812800" cy="224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22474"/>
            </a:xfrm>
            <a:custGeom>
              <a:avLst/>
              <a:gdLst/>
              <a:ahLst/>
              <a:cxnLst/>
              <a:rect r="r" b="b" t="t" l="l"/>
              <a:pathLst>
                <a:path h="2247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474"/>
                  </a:lnTo>
                  <a:lnTo>
                    <a:pt x="0" y="224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12800" cy="79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83486" y="7993981"/>
            <a:ext cx="2439566" cy="95753"/>
            <a:chOff x="0" y="0"/>
            <a:chExt cx="642519" cy="252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2519" cy="25219"/>
            </a:xfrm>
            <a:custGeom>
              <a:avLst/>
              <a:gdLst/>
              <a:ahLst/>
              <a:cxnLst/>
              <a:rect r="r" b="b" t="t" l="l"/>
              <a:pathLst>
                <a:path h="25219" w="642519">
                  <a:moveTo>
                    <a:pt x="0" y="0"/>
                  </a:moveTo>
                  <a:lnTo>
                    <a:pt x="642519" y="0"/>
                  </a:lnTo>
                  <a:lnTo>
                    <a:pt x="642519" y="25219"/>
                  </a:lnTo>
                  <a:lnTo>
                    <a:pt x="0" y="25219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42519" cy="8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461453" y="8004403"/>
            <a:ext cx="3086100" cy="85331"/>
            <a:chOff x="0" y="0"/>
            <a:chExt cx="812800" cy="2247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22474"/>
            </a:xfrm>
            <a:custGeom>
              <a:avLst/>
              <a:gdLst/>
              <a:ahLst/>
              <a:cxnLst/>
              <a:rect r="r" b="b" t="t" l="l"/>
              <a:pathLst>
                <a:path h="2247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474"/>
                  </a:lnTo>
                  <a:lnTo>
                    <a:pt x="0" y="224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12800" cy="79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197685" y="7993981"/>
            <a:ext cx="2439566" cy="95753"/>
            <a:chOff x="0" y="0"/>
            <a:chExt cx="642519" cy="252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2519" cy="25219"/>
            </a:xfrm>
            <a:custGeom>
              <a:avLst/>
              <a:gdLst/>
              <a:ahLst/>
              <a:cxnLst/>
              <a:rect r="r" b="b" t="t" l="l"/>
              <a:pathLst>
                <a:path h="25219" w="642519">
                  <a:moveTo>
                    <a:pt x="0" y="0"/>
                  </a:moveTo>
                  <a:lnTo>
                    <a:pt x="642519" y="0"/>
                  </a:lnTo>
                  <a:lnTo>
                    <a:pt x="642519" y="25219"/>
                  </a:lnTo>
                  <a:lnTo>
                    <a:pt x="0" y="25219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42519" cy="8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829299" y="1507629"/>
            <a:ext cx="7090607" cy="6736206"/>
          </a:xfrm>
          <a:custGeom>
            <a:avLst/>
            <a:gdLst/>
            <a:ahLst/>
            <a:cxnLst/>
            <a:rect r="r" b="b" t="t" l="l"/>
            <a:pathLst>
              <a:path h="6736206" w="7090607">
                <a:moveTo>
                  <a:pt x="0" y="0"/>
                </a:moveTo>
                <a:lnTo>
                  <a:pt x="7090607" y="0"/>
                </a:lnTo>
                <a:lnTo>
                  <a:pt x="7090607" y="6736206"/>
                </a:lnTo>
                <a:lnTo>
                  <a:pt x="0" y="67362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58" t="0" r="-9326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888817" y="2046842"/>
            <a:ext cx="8510365" cy="6193316"/>
          </a:xfrm>
          <a:custGeom>
            <a:avLst/>
            <a:gdLst/>
            <a:ahLst/>
            <a:cxnLst/>
            <a:rect r="r" b="b" t="t" l="l"/>
            <a:pathLst>
              <a:path h="6193316" w="8510365">
                <a:moveTo>
                  <a:pt x="0" y="0"/>
                </a:moveTo>
                <a:lnTo>
                  <a:pt x="8510366" y="0"/>
                </a:lnTo>
                <a:lnTo>
                  <a:pt x="8510366" y="6193316"/>
                </a:lnTo>
                <a:lnTo>
                  <a:pt x="0" y="61933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4932" y="1450479"/>
            <a:ext cx="10170995" cy="2218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9"/>
              </a:lnSpc>
            </a:pPr>
            <a:r>
              <a:rPr lang="en-US" sz="7151" spc="-250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Ringkasan kontribusi kerja anggota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36946" y="4440238"/>
            <a:ext cx="11098981" cy="213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Ronimar                                       Class Akun, Class Kasir, Login                       220 Baris</a:t>
            </a:r>
          </a:p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</a:p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Zahra Ridhalilah j                      Class Keranjang, Transaksi                            205 Baris</a:t>
            </a:r>
          </a:p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Rita akirah syahfitri                  Class Laporan, Penjualan, Diskon                 210  Baris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6946" y="3993577"/>
            <a:ext cx="11990398" cy="369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6"/>
              </a:lnSpc>
            </a:pPr>
            <a:r>
              <a:rPr lang="en-US" sz="2054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NAMA                            BAGIAN KODING                         JUMLAH BARIS               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625707"/>
            <a:ext cx="16230600" cy="3483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67"/>
              </a:lnSpc>
            </a:pPr>
            <a:r>
              <a:rPr lang="en-US" b="true" sz="21737" spc="-7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-990796" y="9258300"/>
            <a:ext cx="19278796" cy="1987207"/>
            <a:chOff x="0" y="0"/>
            <a:chExt cx="5077543" cy="5233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77543" cy="523380"/>
            </a:xfrm>
            <a:custGeom>
              <a:avLst/>
              <a:gdLst/>
              <a:ahLst/>
              <a:cxnLst/>
              <a:rect r="r" b="b" t="t" l="l"/>
              <a:pathLst>
                <a:path h="523380" w="5077543">
                  <a:moveTo>
                    <a:pt x="40158" y="0"/>
                  </a:moveTo>
                  <a:lnTo>
                    <a:pt x="5037385" y="0"/>
                  </a:lnTo>
                  <a:cubicBezTo>
                    <a:pt x="5059564" y="0"/>
                    <a:pt x="5077543" y="17979"/>
                    <a:pt x="5077543" y="40158"/>
                  </a:cubicBezTo>
                  <a:lnTo>
                    <a:pt x="5077543" y="483222"/>
                  </a:lnTo>
                  <a:cubicBezTo>
                    <a:pt x="5077543" y="505400"/>
                    <a:pt x="5059564" y="523380"/>
                    <a:pt x="5037385" y="523380"/>
                  </a:cubicBezTo>
                  <a:lnTo>
                    <a:pt x="40158" y="523380"/>
                  </a:lnTo>
                  <a:cubicBezTo>
                    <a:pt x="17979" y="523380"/>
                    <a:pt x="0" y="505400"/>
                    <a:pt x="0" y="483222"/>
                  </a:cubicBezTo>
                  <a:lnTo>
                    <a:pt x="0" y="40158"/>
                  </a:lnTo>
                  <a:cubicBezTo>
                    <a:pt x="0" y="17979"/>
                    <a:pt x="17979" y="0"/>
                    <a:pt x="4015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077543" cy="580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836946" y="1076325"/>
            <a:ext cx="1855971" cy="431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Rimberio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11862" y="1165957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DAHN6B1ZJNY</dc:identifier>
  <dcterms:modified xsi:type="dcterms:W3CDTF">2011-08-01T06:04:30Z</dcterms:modified>
  <cp:revision>1</cp:revision>
  <dc:title>Blue White Modern Illustrative Technology Presentation</dc:title>
</cp:coreProperties>
</file>